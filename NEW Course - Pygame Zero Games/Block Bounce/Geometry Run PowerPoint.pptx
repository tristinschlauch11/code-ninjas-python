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42" r:id="rId5"/>
    <p:sldId id="359" r:id="rId6"/>
    <p:sldId id="378" r:id="rId7"/>
    <p:sldId id="373" r:id="rId8"/>
    <p:sldId id="374" r:id="rId9"/>
    <p:sldId id="375" r:id="rId10"/>
    <p:sldId id="365" r:id="rId11"/>
    <p:sldId id="376" r:id="rId12"/>
    <p:sldId id="377" r:id="rId13"/>
    <p:sldId id="379" r:id="rId14"/>
    <p:sldId id="380" r:id="rId15"/>
    <p:sldId id="381" r:id="rId16"/>
    <p:sldId id="3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5388" autoAdjust="0"/>
  </p:normalViewPr>
  <p:slideViewPr>
    <p:cSldViewPr snapToGrid="0" snapToObjects="1" showGuides="1">
      <p:cViewPr varScale="1">
        <p:scale>
          <a:sx n="97" d="100"/>
          <a:sy n="97" d="100"/>
        </p:scale>
        <p:origin x="1116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Geometry RUN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Sensei Tristin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Hello, World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Hello everyone! Thank you for joining! My name is Sensei Tristin, and I hope your excited to create your own games in Python! Over the next three weeks, you’ll learn about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noProof="0" dirty="0" err="1"/>
              <a:t>Pygame</a:t>
            </a:r>
            <a:r>
              <a:rPr lang="en-US" noProof="0" dirty="0"/>
              <a:t> basics</a:t>
            </a:r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 err="1"/>
              <a:t>Pygame</a:t>
            </a:r>
            <a:r>
              <a:rPr lang="en-US" dirty="0"/>
              <a:t> Zero runs a visual, graphical game on a </a:t>
            </a:r>
            <a:r>
              <a:rPr lang="en-US" i="1" dirty="0"/>
              <a:t>frame-by-frame basis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In each frame, the game will: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Handle all inputs (like keyboard and mouse buttons)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Draw the game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Update the game state</a:t>
            </a:r>
          </a:p>
          <a:p>
            <a:r>
              <a:rPr lang="en-US" dirty="0"/>
              <a:t>This repeats until the game ends.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42E04F-30CE-277C-463F-ABF0C6BCF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11" y="1146586"/>
            <a:ext cx="5410115" cy="24617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8AE8C6-DFCA-495E-9E86-1760A1C85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09" y="4054430"/>
            <a:ext cx="5609120" cy="202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/>
              <a:t>The Power of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dirty="0"/>
              <a:t>Communication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Overcoming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Nervousness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/>
          <a:p>
            <a:r>
              <a:rPr lang="en-US" dirty="0"/>
              <a:t>SELECTING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pPr lvl="0"/>
            <a:r>
              <a:rPr lang="en-US" noProof="0" dirty="0"/>
              <a:t>DYNAMIC DELIVERY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67588EB3-ED1D-6AD3-5960-55BD64293774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1366282485"/>
              </p:ext>
            </p:extLst>
          </p:nvPr>
        </p:nvGraphicFramePr>
        <p:xfrm>
          <a:off x="5067300" y="404813"/>
          <a:ext cx="6705602" cy="60494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3214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42065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924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METRIC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MEASUREMENT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TARGET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ACTUAL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648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392160" y="2465388"/>
            <a:ext cx="2856865" cy="3427412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643842"/>
            <a:ext cx="10515601" cy="1140849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8EEA5630-8504-C8C7-2F0C-EE6D53FDDCC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050753078"/>
              </p:ext>
            </p:extLst>
          </p:nvPr>
        </p:nvGraphicFramePr>
        <p:xfrm>
          <a:off x="835025" y="2560638"/>
          <a:ext cx="10515601" cy="347715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n-US" dirty="0"/>
              <a:t>Mirjam Nilsson​</a:t>
            </a:r>
          </a:p>
          <a:p>
            <a:r>
              <a:rPr lang="en-US" dirty="0"/>
              <a:t>206-555-0146</a:t>
            </a:r>
          </a:p>
          <a:p>
            <a:r>
              <a:rPr lang="en-US" dirty="0"/>
              <a:t>mirjam@contoso.com</a:t>
            </a:r>
          </a:p>
          <a:p>
            <a:r>
              <a:rPr lang="en-US" dirty="0"/>
              <a:t>www.contoso.com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{D21E5857-7676-4ABF-B978-1988C7777900}TFe8699e8e-689b-4d7e-abcf-e888fd749829db3118dc_win32-d573b439b56f</Template>
  <TotalTime>1153</TotalTime>
  <Words>468</Words>
  <Application>Microsoft Office PowerPoint</Application>
  <PresentationFormat>Widescreen</PresentationFormat>
  <Paragraphs>133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Nova</vt:lpstr>
      <vt:lpstr>Biome</vt:lpstr>
      <vt:lpstr>Calibri</vt:lpstr>
      <vt:lpstr>Custom</vt:lpstr>
      <vt:lpstr>Geometry RUN</vt:lpstr>
      <vt:lpstr>Hello, World</vt:lpstr>
      <vt:lpstr>Pygame basics</vt:lpstr>
      <vt:lpstr>The Power of</vt:lpstr>
      <vt:lpstr>Overcoming </vt:lpstr>
      <vt:lpstr>ENGAGING THE AUDIENCE</vt:lpstr>
      <vt:lpstr>SELECTING VISUAL AIDS</vt:lpstr>
      <vt:lpstr>EFFECTIVE DELIVERY TECHNIQUES</vt:lpstr>
      <vt:lpstr>NAVIGATING Q&amp;A SESSIONS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Tristin Schlauch</dc:creator>
  <cp:lastModifiedBy>Tristin Schlauch</cp:lastModifiedBy>
  <cp:revision>1</cp:revision>
  <dcterms:created xsi:type="dcterms:W3CDTF">2026-03-24T00:10:20Z</dcterms:created>
  <dcterms:modified xsi:type="dcterms:W3CDTF">2026-03-24T19:23:44Z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